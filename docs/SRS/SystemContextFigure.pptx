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70" d="100"/>
          <a:sy n="70" d="100"/>
        </p:scale>
        <p:origin x="99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34691" y="3307529"/>
            <a:ext cx="8858711" cy="2659392"/>
            <a:chOff x="189913" y="3136508"/>
            <a:chExt cx="8858711" cy="2659392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</p:grpSp>
        <p:sp>
          <p:nvSpPr>
            <p:cNvPr id="18" name="Rectangle 17"/>
            <p:cNvSpPr/>
            <p:nvPr/>
          </p:nvSpPr>
          <p:spPr>
            <a:xfrm>
              <a:off x="3258962" y="3136508"/>
              <a:ext cx="2957089" cy="2564510"/>
            </a:xfrm>
            <a:prstGeom prst="rect">
              <a:avLst/>
            </a:prstGeom>
            <a:noFill/>
            <a:ln w="381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`</a:t>
              </a:r>
            </a:p>
          </p:txBody>
        </p:sp>
        <p:cxnSp>
          <p:nvCxnSpPr>
            <p:cNvPr id="25" name="Straight Arrow Connector 24"/>
            <p:cNvCxnSpPr>
              <a:cxnSpLocks/>
              <a:stCxn id="4" idx="6"/>
            </p:cNvCxnSpPr>
            <p:nvPr/>
          </p:nvCxnSpPr>
          <p:spPr>
            <a:xfrm>
              <a:off x="1436215" y="4010921"/>
              <a:ext cx="1822747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cxnSpLocks/>
            </p:cNvCxnSpPr>
            <p:nvPr/>
          </p:nvCxnSpPr>
          <p:spPr>
            <a:xfrm>
              <a:off x="6216051" y="4010921"/>
              <a:ext cx="1602390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469016" y="4217745"/>
              <a:ext cx="24308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Inputs: </a:t>
              </a:r>
              <a:r>
                <a:rPr lang="en-US" altLang="zh-CN" sz="1600" dirty="0">
                  <a:latin typeface="Times New Roman"/>
                  <a:cs typeface="Times New Roman"/>
                </a:rPr>
                <a:t>Audio,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MEG dataset,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Experiment config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21886" y="4718682"/>
              <a:ext cx="236056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Outputs: Trained models,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Predictors,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TRF weights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Comparison results</a:t>
              </a:r>
            </a:p>
          </p:txBody>
        </p:sp>
      </p:grpSp>
      <p:sp>
        <p:nvSpPr>
          <p:cNvPr id="3" name="Oval 7">
            <a:extLst>
              <a:ext uri="{FF2B5EF4-FFF2-40B4-BE49-F238E27FC236}">
                <a16:creationId xmlns:a16="http://schemas.microsoft.com/office/drawing/2014/main" id="{3CB7FAD7-4A7C-0AE2-1833-F109677EF7DC}"/>
              </a:ext>
            </a:extLst>
          </p:cNvPr>
          <p:cNvSpPr/>
          <p:nvPr/>
        </p:nvSpPr>
        <p:spPr>
          <a:xfrm>
            <a:off x="3830259" y="985962"/>
            <a:ext cx="1373055" cy="1332745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24">
            <a:extLst>
              <a:ext uri="{FF2B5EF4-FFF2-40B4-BE49-F238E27FC236}">
                <a16:creationId xmlns:a16="http://schemas.microsoft.com/office/drawing/2014/main" id="{2B549470-68A0-2806-5397-A94C534D56DA}"/>
              </a:ext>
            </a:extLst>
          </p:cNvPr>
          <p:cNvCxnSpPr>
            <a:cxnSpLocks/>
          </p:cNvCxnSpPr>
          <p:nvPr/>
        </p:nvCxnSpPr>
        <p:spPr>
          <a:xfrm flipV="1">
            <a:off x="4237830" y="2266122"/>
            <a:ext cx="0" cy="1041407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3D902E8A-94F9-D019-798B-B7254785A7D4}"/>
              </a:ext>
            </a:extLst>
          </p:cNvPr>
          <p:cNvCxnSpPr>
            <a:cxnSpLocks/>
          </p:cNvCxnSpPr>
          <p:nvPr/>
        </p:nvCxnSpPr>
        <p:spPr>
          <a:xfrm>
            <a:off x="4811649" y="2266122"/>
            <a:ext cx="0" cy="1041407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3">
            <a:extLst>
              <a:ext uri="{FF2B5EF4-FFF2-40B4-BE49-F238E27FC236}">
                <a16:creationId xmlns:a16="http://schemas.microsoft.com/office/drawing/2014/main" id="{FDD8428D-3FB6-F735-5E95-9F6AC1159F7B}"/>
              </a:ext>
            </a:extLst>
          </p:cNvPr>
          <p:cNvSpPr txBox="1"/>
          <p:nvPr/>
        </p:nvSpPr>
        <p:spPr>
          <a:xfrm>
            <a:off x="2199338" y="2359576"/>
            <a:ext cx="1963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File paths, processing Parameters, Visualization</a:t>
            </a: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FC314339-A76B-3362-8FB7-FFA49D90931D}"/>
              </a:ext>
            </a:extLst>
          </p:cNvPr>
          <p:cNvSpPr txBox="1"/>
          <p:nvPr/>
        </p:nvSpPr>
        <p:spPr>
          <a:xfrm>
            <a:off x="4834450" y="2397619"/>
            <a:ext cx="2110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Calculate mTRF based on the predictors and MEG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28411-C098-4DF1-3402-AE32C1533EE0}"/>
              </a:ext>
            </a:extLst>
          </p:cNvPr>
          <p:cNvSpPr txBox="1"/>
          <p:nvPr/>
        </p:nvSpPr>
        <p:spPr>
          <a:xfrm>
            <a:off x="4031566" y="1309503"/>
            <a:ext cx="15601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Eelbrain pipeline</a:t>
            </a:r>
          </a:p>
          <a:p>
            <a:pPr algn="ctr"/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72C7D5-1EAD-AE6C-688B-6A6E69712A3F}"/>
              </a:ext>
            </a:extLst>
          </p:cNvPr>
          <p:cNvSpPr/>
          <p:nvPr/>
        </p:nvSpPr>
        <p:spPr>
          <a:xfrm>
            <a:off x="3356140" y="3459929"/>
            <a:ext cx="2625559" cy="429836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`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7FC0EF-44C3-6F1C-7D77-AF747B5D2E02}"/>
              </a:ext>
            </a:extLst>
          </p:cNvPr>
          <p:cNvSpPr txBox="1"/>
          <p:nvPr/>
        </p:nvSpPr>
        <p:spPr>
          <a:xfrm>
            <a:off x="3791917" y="3490181"/>
            <a:ext cx="1560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274D6F-788C-0AF4-0204-FB9EE8B854D8}"/>
              </a:ext>
            </a:extLst>
          </p:cNvPr>
          <p:cNvSpPr/>
          <p:nvPr/>
        </p:nvSpPr>
        <p:spPr>
          <a:xfrm>
            <a:off x="3356140" y="4031805"/>
            <a:ext cx="2625559" cy="429836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`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D6D1BC-3FC8-E342-B98F-82EBF3844568}"/>
              </a:ext>
            </a:extLst>
          </p:cNvPr>
          <p:cNvSpPr/>
          <p:nvPr/>
        </p:nvSpPr>
        <p:spPr>
          <a:xfrm>
            <a:off x="3356139" y="4632184"/>
            <a:ext cx="2625559" cy="429836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`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FBF15-1345-6DD8-2402-AE8356409C53}"/>
              </a:ext>
            </a:extLst>
          </p:cNvPr>
          <p:cNvSpPr txBox="1"/>
          <p:nvPr/>
        </p:nvSpPr>
        <p:spPr>
          <a:xfrm>
            <a:off x="3422360" y="4049948"/>
            <a:ext cx="2775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extraction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EF8FF3-F53F-71B7-D946-B30C7286E0D0}"/>
              </a:ext>
            </a:extLst>
          </p:cNvPr>
          <p:cNvSpPr txBox="1"/>
          <p:nvPr/>
        </p:nvSpPr>
        <p:spPr>
          <a:xfrm>
            <a:off x="3788189" y="4647398"/>
            <a:ext cx="2775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alignment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A4ECFC-C808-AEFB-319A-F9E13176C0D3}"/>
              </a:ext>
            </a:extLst>
          </p:cNvPr>
          <p:cNvSpPr txBox="1"/>
          <p:nvPr/>
        </p:nvSpPr>
        <p:spPr>
          <a:xfrm>
            <a:off x="3754470" y="5247777"/>
            <a:ext cx="2775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Predictor building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7C6A47-C412-5309-8D65-AC3A8FFD0B17}"/>
              </a:ext>
            </a:extLst>
          </p:cNvPr>
          <p:cNvSpPr/>
          <p:nvPr/>
        </p:nvSpPr>
        <p:spPr>
          <a:xfrm>
            <a:off x="3369504" y="5229101"/>
            <a:ext cx="2625559" cy="429836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`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93901-1C67-AD74-4774-4A995B42A3F0}"/>
              </a:ext>
            </a:extLst>
          </p:cNvPr>
          <p:cNvSpPr txBox="1"/>
          <p:nvPr/>
        </p:nvSpPr>
        <p:spPr>
          <a:xfrm>
            <a:off x="3462680" y="5889984"/>
            <a:ext cx="2663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Model-to-Brain pipeline</a:t>
            </a:r>
          </a:p>
          <a:p>
            <a:pPr algn="ctr"/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99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McMaster University, Faculty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Xiao Shao</cp:lastModifiedBy>
  <cp:revision>17</cp:revision>
  <dcterms:created xsi:type="dcterms:W3CDTF">2016-09-17T12:04:26Z</dcterms:created>
  <dcterms:modified xsi:type="dcterms:W3CDTF">2026-01-31T02:02:28Z</dcterms:modified>
</cp:coreProperties>
</file>